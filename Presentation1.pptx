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3" autoAdjust="0"/>
    <p:restoredTop sz="94660"/>
  </p:normalViewPr>
  <p:slideViewPr>
    <p:cSldViewPr snapToGrid="0">
      <p:cViewPr>
        <p:scale>
          <a:sx n="88" d="100"/>
          <a:sy n="88" d="100"/>
        </p:scale>
        <p:origin x="40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26030-FE81-C143-DECC-2358EFDD8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EE530-5D46-E128-B09D-9A9F6F204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5EA19-44B5-971E-CE4E-37CBBEBE7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5861-307B-4C41-B221-74DE7F492E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F9E-2E61-27F8-07A6-B63E33749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E9E68-BB7E-4126-08D7-34F6389F2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398D-BA4F-40F4-8A98-E8F2BF288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052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8E22-9254-7D41-6A18-B150BC51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0F4F5-6DE4-5B8A-FA82-2E364A5C2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E3DFC-6B56-31BB-80E5-975699483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5861-307B-4C41-B221-74DE7F492E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8D79A-0903-BE80-62A7-823B4ADE9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C210D-BBC4-C397-21F2-8903BD690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398D-BA4F-40F4-8A98-E8F2BF288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23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1F4CD-9BB2-5F03-D760-A01758005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767A1-78C6-6C1E-8BF5-47EE74006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39742-5E59-7053-4C85-D62C91262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5861-307B-4C41-B221-74DE7F492E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D4B5A-0AF7-7A8E-977D-4AF80322B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7674C-C7EB-73AF-4C98-17F707AEF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398D-BA4F-40F4-8A98-E8F2BF288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41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8AA2C-4F5E-85DF-413E-72DED512E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074CD-C090-1A57-7A2D-00A38CFAA8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6B1F8-5531-6385-0EB7-95B322C1E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ECF74-78C4-C785-9150-079A2785C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5861-307B-4C41-B221-74DE7F492E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26064-68A2-F616-93CC-1624CD4C0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FD9D5-BDB8-F834-5493-8717E8DC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398D-BA4F-40F4-8A98-E8F2BF288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746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7CCC-BDD0-3794-897A-EB9AFD3D2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73CDA-537E-A0D7-4D66-86BB6EA6D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0BB09-6FC8-67C7-0228-3432F0E17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25DEDD-485B-6864-C495-BB76C0D4FB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9EF319-47C7-2C44-B545-B83BD32A06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384213-5ADA-86CE-46B9-C2F955B0E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5861-307B-4C41-B221-74DE7F492E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FBFC87-DA40-0BAB-C8BA-939E14890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D168F8-5197-05CF-0BBC-4DADB0533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398D-BA4F-40F4-8A98-E8F2BF288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134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FB2B6-9E28-36B5-61A5-47A9DD73A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FF8127-3DDF-2D30-9A5E-BE0B1D86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5861-307B-4C41-B221-74DE7F492E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2779E2-407B-C0A7-2FE6-C87DCC447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7676D-9252-B12C-C23C-B656C05EC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398D-BA4F-40F4-8A98-E8F2BF288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6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7FAFF7-D541-75DA-E89B-E00CEF23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5861-307B-4C41-B221-74DE7F492E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0E67C9-01C8-3A68-5587-A03C84AF3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CB37A-0F06-50FB-5BE9-82C833E88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398D-BA4F-40F4-8A98-E8F2BF288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51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80A0E-5A1E-509B-FB3F-68D8ACC6A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D69D0-D0EF-3492-EF05-9AC4F2D26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2EF00-62B0-269C-4F2B-EC9C8B09E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8F535-6F5A-5AA1-189D-61A7F7B50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5861-307B-4C41-B221-74DE7F492E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04EEE-03A6-C9AE-051B-E214BF58A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AF6D0-239C-A1FF-ED3F-1470A1745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398D-BA4F-40F4-8A98-E8F2BF288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32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64075-66FF-7676-2C00-2D37DFF24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AC146B-DB73-D47D-C57A-A91614384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A5982-50C0-BD84-F2CF-9FDE07652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1948E-54E8-12C8-FC22-84366EB26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5861-307B-4C41-B221-74DE7F492E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49D61-7F43-6B94-6064-54125A4B9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124DCF-5B5F-630F-DF5C-337349829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398D-BA4F-40F4-8A98-E8F2BF288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0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D4561-DE0A-B45A-02AD-73779D3C7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1987C8-21E8-4DCB-E0AA-0DD1B7B23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AD8F3-3193-06B5-BA17-04F1ED68A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5861-307B-4C41-B221-74DE7F492E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B695C-59CC-A288-6526-B7DC0AB9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C8C7F-ABE8-7781-A770-9797A9ED0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398D-BA4F-40F4-8A98-E8F2BF288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39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01B97-4591-88BB-1F46-87C684EAF4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298AF4-58BD-1399-30F3-B93EA2703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568A2-E6B7-9E8E-9DE6-A34897D96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5861-307B-4C41-B221-74DE7F492E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6E634-30D7-F937-097D-3FF3CE9F5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24AD6-BBEE-46FC-6F9D-ECF326E72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398D-BA4F-40F4-8A98-E8F2BF288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35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8CA8BA-4AFD-FECC-12BB-33B041D9F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AFC0E-E6DB-3B05-34CD-67E927670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D15D9-D550-4B8A-24AC-1FE573C4F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CE5861-307B-4C41-B221-74DE7F492E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ED750-CD3F-5D68-CB2D-E84C65927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CD766-1A01-F642-9DDF-4847430013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26398D-BA4F-40F4-8A98-E8F2BF288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41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F5352-C3F2-E694-F35E-F54B81333A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75A62-00A2-27DE-8EA2-93CD760829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37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Surendar Jaisankar</dc:creator>
  <cp:lastModifiedBy>Surendar Jaisankar</cp:lastModifiedBy>
  <cp:revision>1</cp:revision>
  <dcterms:created xsi:type="dcterms:W3CDTF">2026-01-07T04:47:56Z</dcterms:created>
  <dcterms:modified xsi:type="dcterms:W3CDTF">2026-01-07T04:55:06Z</dcterms:modified>
</cp:coreProperties>
</file>